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A0916D-1D62-4BFA-AE91-712304BD97B4}" type="doc">
      <dgm:prSet loTypeId="urn:microsoft.com/office/officeart/2009/3/layout/DescendingProcess" loCatId="process" qsTypeId="urn:microsoft.com/office/officeart/2005/8/quickstyle/3d6" qsCatId="3D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B1A945CF-A50F-489B-AF27-62D9CD0C527C}">
      <dgm:prSet phldrT="[Text]" custT="1"/>
      <dgm:spPr/>
      <dgm:t>
        <a:bodyPr/>
        <a:lstStyle/>
        <a:p>
          <a:r>
            <a:rPr lang="de-DE" sz="1400" dirty="0"/>
            <a:t>Anforderungen prüfen und Funktionen der Software definieren</a:t>
          </a:r>
        </a:p>
      </dgm:t>
    </dgm:pt>
    <dgm:pt modelId="{8E5FA790-E96C-48AF-92BC-BE6FA5392D1D}" type="parTrans" cxnId="{E8F4E967-31E1-40E5-BC65-6C257696FE33}">
      <dgm:prSet/>
      <dgm:spPr/>
      <dgm:t>
        <a:bodyPr/>
        <a:lstStyle/>
        <a:p>
          <a:endParaRPr lang="de-DE"/>
        </a:p>
      </dgm:t>
    </dgm:pt>
    <dgm:pt modelId="{67EBC541-9468-4A29-BECC-71B2B7CCA983}" type="sibTrans" cxnId="{E8F4E967-31E1-40E5-BC65-6C257696FE33}">
      <dgm:prSet/>
      <dgm:spPr/>
      <dgm:t>
        <a:bodyPr/>
        <a:lstStyle/>
        <a:p>
          <a:endParaRPr lang="de-DE"/>
        </a:p>
      </dgm:t>
    </dgm:pt>
    <dgm:pt modelId="{1EA15536-0865-4F29-BECF-71E91B0DF98B}">
      <dgm:prSet phldrT="[Text]" custT="1"/>
      <dgm:spPr/>
      <dgm:t>
        <a:bodyPr/>
        <a:lstStyle/>
        <a:p>
          <a:r>
            <a:rPr lang="de-DE" sz="1400" dirty="0"/>
            <a:t>Aufgabenverteilung festlegen</a:t>
          </a:r>
        </a:p>
      </dgm:t>
    </dgm:pt>
    <dgm:pt modelId="{8ECDA8AD-2096-434C-8E00-4EC91CD38ADE}" type="parTrans" cxnId="{DCCBC689-61A8-4B5B-90D7-4BD3D3283A40}">
      <dgm:prSet/>
      <dgm:spPr/>
      <dgm:t>
        <a:bodyPr/>
        <a:lstStyle/>
        <a:p>
          <a:endParaRPr lang="de-DE"/>
        </a:p>
      </dgm:t>
    </dgm:pt>
    <dgm:pt modelId="{48FB6DF2-4E6B-48B4-884B-28413CE595BE}" type="sibTrans" cxnId="{DCCBC689-61A8-4B5B-90D7-4BD3D3283A40}">
      <dgm:prSet/>
      <dgm:spPr/>
      <dgm:t>
        <a:bodyPr/>
        <a:lstStyle/>
        <a:p>
          <a:endParaRPr lang="de-DE"/>
        </a:p>
      </dgm:t>
    </dgm:pt>
    <dgm:pt modelId="{B7F95710-BAB9-42B7-9FBE-B28D56B96C34}">
      <dgm:prSet phldrT="[Text]" custT="1"/>
      <dgm:spPr/>
      <dgm:t>
        <a:bodyPr/>
        <a:lstStyle/>
        <a:p>
          <a:r>
            <a:rPr lang="de-DE" sz="1400" dirty="0"/>
            <a:t>Einsatzbereiche sowie Alltagsbeispiele zur Nutzung des Ticketsystems</a:t>
          </a:r>
        </a:p>
      </dgm:t>
    </dgm:pt>
    <dgm:pt modelId="{387D23F4-95D4-4FEA-A657-C5FF92FD913E}" type="parTrans" cxnId="{EE5737DD-B843-49D7-A5F6-9A39F615991B}">
      <dgm:prSet/>
      <dgm:spPr/>
      <dgm:t>
        <a:bodyPr/>
        <a:lstStyle/>
        <a:p>
          <a:endParaRPr lang="de-DE"/>
        </a:p>
      </dgm:t>
    </dgm:pt>
    <dgm:pt modelId="{400336E1-D067-4C4A-8ABE-86533FE19450}" type="sibTrans" cxnId="{EE5737DD-B843-49D7-A5F6-9A39F615991B}">
      <dgm:prSet/>
      <dgm:spPr/>
      <dgm:t>
        <a:bodyPr/>
        <a:lstStyle/>
        <a:p>
          <a:endParaRPr lang="de-DE"/>
        </a:p>
      </dgm:t>
    </dgm:pt>
    <dgm:pt modelId="{40483047-69AA-4345-A7CA-F6535B4BD72C}">
      <dgm:prSet phldrT="[Text]" custT="1"/>
      <dgm:spPr/>
      <dgm:t>
        <a:bodyPr/>
        <a:lstStyle/>
        <a:p>
          <a:r>
            <a:rPr lang="de-DE" sz="1400" dirty="0"/>
            <a:t>Vorstellung</a:t>
          </a:r>
        </a:p>
      </dgm:t>
    </dgm:pt>
    <dgm:pt modelId="{AA447446-A10B-499C-868B-67362D5D2AF6}" type="parTrans" cxnId="{E35F225A-77DB-4A00-9105-5CB39C32E818}">
      <dgm:prSet/>
      <dgm:spPr/>
      <dgm:t>
        <a:bodyPr/>
        <a:lstStyle/>
        <a:p>
          <a:endParaRPr lang="de-DE"/>
        </a:p>
      </dgm:t>
    </dgm:pt>
    <dgm:pt modelId="{2809F67A-9227-401C-BFA8-08BB308F835F}" type="sibTrans" cxnId="{E35F225A-77DB-4A00-9105-5CB39C32E818}">
      <dgm:prSet/>
      <dgm:spPr/>
      <dgm:t>
        <a:bodyPr/>
        <a:lstStyle/>
        <a:p>
          <a:endParaRPr lang="de-DE"/>
        </a:p>
      </dgm:t>
    </dgm:pt>
    <dgm:pt modelId="{42B614FA-1250-4AA1-83B1-9945BB99058F}">
      <dgm:prSet phldrT="[Text]" custT="1"/>
      <dgm:spPr/>
      <dgm:t>
        <a:bodyPr/>
        <a:lstStyle/>
        <a:p>
          <a:r>
            <a:rPr lang="de-DE" sz="1400" dirty="0"/>
            <a:t>Dokumentation</a:t>
          </a:r>
        </a:p>
      </dgm:t>
    </dgm:pt>
    <dgm:pt modelId="{E4F94161-8E4E-4CC1-A834-CFE8FBABF616}" type="parTrans" cxnId="{B31AB138-5281-4B93-A27E-C3CBE6DB07FC}">
      <dgm:prSet/>
      <dgm:spPr/>
      <dgm:t>
        <a:bodyPr/>
        <a:lstStyle/>
        <a:p>
          <a:endParaRPr lang="de-DE"/>
        </a:p>
      </dgm:t>
    </dgm:pt>
    <dgm:pt modelId="{6DE8A068-4798-4F3E-BE82-AE877DDF6D6D}" type="sibTrans" cxnId="{B31AB138-5281-4B93-A27E-C3CBE6DB07FC}">
      <dgm:prSet/>
      <dgm:spPr/>
      <dgm:t>
        <a:bodyPr/>
        <a:lstStyle/>
        <a:p>
          <a:endParaRPr lang="de-DE"/>
        </a:p>
      </dgm:t>
    </dgm:pt>
    <dgm:pt modelId="{2F7A26E9-B8DD-4031-B736-E6B136C0F638}">
      <dgm:prSet phldrT="[Text]" custT="1"/>
      <dgm:spPr/>
      <dgm:t>
        <a:bodyPr/>
        <a:lstStyle/>
        <a:p>
          <a:r>
            <a:rPr lang="de-DE" sz="1400" dirty="0"/>
            <a:t>Tools/ Frameworks, etc.. definieren</a:t>
          </a:r>
        </a:p>
      </dgm:t>
    </dgm:pt>
    <dgm:pt modelId="{7DCC4465-2788-492F-B782-933F24F3093E}" type="parTrans" cxnId="{27EA68A6-7A5E-4EE7-BBE3-CAB9CC473240}">
      <dgm:prSet/>
      <dgm:spPr/>
      <dgm:t>
        <a:bodyPr/>
        <a:lstStyle/>
        <a:p>
          <a:endParaRPr lang="de-DE"/>
        </a:p>
      </dgm:t>
    </dgm:pt>
    <dgm:pt modelId="{74B8C2E0-B663-4E3C-8346-3086AA78078A}" type="sibTrans" cxnId="{27EA68A6-7A5E-4EE7-BBE3-CAB9CC473240}">
      <dgm:prSet/>
      <dgm:spPr/>
      <dgm:t>
        <a:bodyPr/>
        <a:lstStyle/>
        <a:p>
          <a:endParaRPr lang="de-DE"/>
        </a:p>
      </dgm:t>
    </dgm:pt>
    <dgm:pt modelId="{0510F8CD-AB74-4F75-A5CE-67117DDF3C7E}" type="pres">
      <dgm:prSet presAssocID="{3CA0916D-1D62-4BFA-AE91-712304BD97B4}" presName="Name0" presStyleCnt="0">
        <dgm:presLayoutVars>
          <dgm:chMax val="7"/>
          <dgm:chPref val="5"/>
        </dgm:presLayoutVars>
      </dgm:prSet>
      <dgm:spPr/>
    </dgm:pt>
    <dgm:pt modelId="{433C41A1-EE95-45E4-B297-0C938141C459}" type="pres">
      <dgm:prSet presAssocID="{3CA0916D-1D62-4BFA-AE91-712304BD97B4}" presName="arrowNode" presStyleLbl="node1" presStyleIdx="0" presStyleCnt="1"/>
      <dgm:spPr/>
    </dgm:pt>
    <dgm:pt modelId="{346BF1A3-A180-4418-BF21-9AD6254E2B09}" type="pres">
      <dgm:prSet presAssocID="{B1A945CF-A50F-489B-AF27-62D9CD0C527C}" presName="txNode1" presStyleLbl="revTx" presStyleIdx="0" presStyleCnt="6">
        <dgm:presLayoutVars>
          <dgm:bulletEnabled val="1"/>
        </dgm:presLayoutVars>
      </dgm:prSet>
      <dgm:spPr/>
    </dgm:pt>
    <dgm:pt modelId="{8A30D61B-F9AC-4819-BD96-198E5A4DF672}" type="pres">
      <dgm:prSet presAssocID="{2F7A26E9-B8DD-4031-B736-E6B136C0F638}" presName="txNode2" presStyleLbl="revTx" presStyleIdx="1" presStyleCnt="6">
        <dgm:presLayoutVars>
          <dgm:bulletEnabled val="1"/>
        </dgm:presLayoutVars>
      </dgm:prSet>
      <dgm:spPr/>
    </dgm:pt>
    <dgm:pt modelId="{28C3AE06-631D-4EA9-A641-CDE9C5EB3B54}" type="pres">
      <dgm:prSet presAssocID="{74B8C2E0-B663-4E3C-8346-3086AA78078A}" presName="dotNode2" presStyleCnt="0"/>
      <dgm:spPr/>
    </dgm:pt>
    <dgm:pt modelId="{EFE5DC46-F375-4E2C-9CB9-68185141B61B}" type="pres">
      <dgm:prSet presAssocID="{74B8C2E0-B663-4E3C-8346-3086AA78078A}" presName="dotRepeatNode" presStyleLbl="fgShp" presStyleIdx="0" presStyleCnt="4"/>
      <dgm:spPr/>
    </dgm:pt>
    <dgm:pt modelId="{4A11A901-DB94-4D84-A6C1-403D7BDB37E6}" type="pres">
      <dgm:prSet presAssocID="{1EA15536-0865-4F29-BECF-71E91B0DF98B}" presName="txNode3" presStyleLbl="revTx" presStyleIdx="2" presStyleCnt="6">
        <dgm:presLayoutVars>
          <dgm:bulletEnabled val="1"/>
        </dgm:presLayoutVars>
      </dgm:prSet>
      <dgm:spPr/>
    </dgm:pt>
    <dgm:pt modelId="{80482D77-CA2B-4624-A976-186F37E9E1C7}" type="pres">
      <dgm:prSet presAssocID="{48FB6DF2-4E6B-48B4-884B-28413CE595BE}" presName="dotNode3" presStyleCnt="0"/>
      <dgm:spPr/>
    </dgm:pt>
    <dgm:pt modelId="{8A1591AF-A394-4A4F-B21F-633E5F97D6EE}" type="pres">
      <dgm:prSet presAssocID="{48FB6DF2-4E6B-48B4-884B-28413CE595BE}" presName="dotRepeatNode" presStyleLbl="fgShp" presStyleIdx="1" presStyleCnt="4"/>
      <dgm:spPr/>
    </dgm:pt>
    <dgm:pt modelId="{2C4FBB0B-036F-41FD-97BC-CF0FA33A3A37}" type="pres">
      <dgm:prSet presAssocID="{B7F95710-BAB9-42B7-9FBE-B28D56B96C34}" presName="txNode4" presStyleLbl="revTx" presStyleIdx="3" presStyleCnt="6">
        <dgm:presLayoutVars>
          <dgm:bulletEnabled val="1"/>
        </dgm:presLayoutVars>
      </dgm:prSet>
      <dgm:spPr/>
    </dgm:pt>
    <dgm:pt modelId="{EE96812C-E477-4C35-A976-CE9EE09E7140}" type="pres">
      <dgm:prSet presAssocID="{400336E1-D067-4C4A-8ABE-86533FE19450}" presName="dotNode4" presStyleCnt="0"/>
      <dgm:spPr/>
    </dgm:pt>
    <dgm:pt modelId="{814908C2-805A-4143-85B7-7015E019E668}" type="pres">
      <dgm:prSet presAssocID="{400336E1-D067-4C4A-8ABE-86533FE19450}" presName="dotRepeatNode" presStyleLbl="fgShp" presStyleIdx="2" presStyleCnt="4"/>
      <dgm:spPr/>
    </dgm:pt>
    <dgm:pt modelId="{0CBF7597-2E4B-4809-B656-3ED7D230CF6A}" type="pres">
      <dgm:prSet presAssocID="{42B614FA-1250-4AA1-83B1-9945BB99058F}" presName="txNode5" presStyleLbl="revTx" presStyleIdx="4" presStyleCnt="6">
        <dgm:presLayoutVars>
          <dgm:bulletEnabled val="1"/>
        </dgm:presLayoutVars>
      </dgm:prSet>
      <dgm:spPr/>
    </dgm:pt>
    <dgm:pt modelId="{C3EF54E1-3AEC-49A9-9906-02240C1380B7}" type="pres">
      <dgm:prSet presAssocID="{6DE8A068-4798-4F3E-BE82-AE877DDF6D6D}" presName="dotNode5" presStyleCnt="0"/>
      <dgm:spPr/>
    </dgm:pt>
    <dgm:pt modelId="{0D20F447-AFF1-4269-9123-B01DD43DC483}" type="pres">
      <dgm:prSet presAssocID="{6DE8A068-4798-4F3E-BE82-AE877DDF6D6D}" presName="dotRepeatNode" presStyleLbl="fgShp" presStyleIdx="3" presStyleCnt="4"/>
      <dgm:spPr/>
    </dgm:pt>
    <dgm:pt modelId="{9E908F2D-8443-4627-BA99-D74BAE139128}" type="pres">
      <dgm:prSet presAssocID="{40483047-69AA-4345-A7CA-F6535B4BD72C}" presName="txNode6" presStyleLbl="revTx" presStyleIdx="5" presStyleCnt="6">
        <dgm:presLayoutVars>
          <dgm:bulletEnabled val="1"/>
        </dgm:presLayoutVars>
      </dgm:prSet>
      <dgm:spPr/>
    </dgm:pt>
  </dgm:ptLst>
  <dgm:cxnLst>
    <dgm:cxn modelId="{B31AB138-5281-4B93-A27E-C3CBE6DB07FC}" srcId="{3CA0916D-1D62-4BFA-AE91-712304BD97B4}" destId="{42B614FA-1250-4AA1-83B1-9945BB99058F}" srcOrd="4" destOrd="0" parTransId="{E4F94161-8E4E-4CC1-A834-CFE8FBABF616}" sibTransId="{6DE8A068-4798-4F3E-BE82-AE877DDF6D6D}"/>
    <dgm:cxn modelId="{E8F4E967-31E1-40E5-BC65-6C257696FE33}" srcId="{3CA0916D-1D62-4BFA-AE91-712304BD97B4}" destId="{B1A945CF-A50F-489B-AF27-62D9CD0C527C}" srcOrd="0" destOrd="0" parTransId="{8E5FA790-E96C-48AF-92BC-BE6FA5392D1D}" sibTransId="{67EBC541-9468-4A29-BECC-71B2B7CCA983}"/>
    <dgm:cxn modelId="{4B814A4D-3A11-4F0E-AF61-5565F38C6614}" type="presOf" srcId="{1EA15536-0865-4F29-BECF-71E91B0DF98B}" destId="{4A11A901-DB94-4D84-A6C1-403D7BDB37E6}" srcOrd="0" destOrd="0" presId="urn:microsoft.com/office/officeart/2009/3/layout/DescendingProcess"/>
    <dgm:cxn modelId="{1F274D72-AE03-4604-A286-E141DA911A43}" type="presOf" srcId="{2F7A26E9-B8DD-4031-B736-E6B136C0F638}" destId="{8A30D61B-F9AC-4819-BD96-198E5A4DF672}" srcOrd="0" destOrd="0" presId="urn:microsoft.com/office/officeart/2009/3/layout/DescendingProcess"/>
    <dgm:cxn modelId="{E35F225A-77DB-4A00-9105-5CB39C32E818}" srcId="{3CA0916D-1D62-4BFA-AE91-712304BD97B4}" destId="{40483047-69AA-4345-A7CA-F6535B4BD72C}" srcOrd="5" destOrd="0" parTransId="{AA447446-A10B-499C-868B-67362D5D2AF6}" sibTransId="{2809F67A-9227-401C-BFA8-08BB308F835F}"/>
    <dgm:cxn modelId="{D6C53289-4D7D-4903-8553-4C32872FFA4E}" type="presOf" srcId="{40483047-69AA-4345-A7CA-F6535B4BD72C}" destId="{9E908F2D-8443-4627-BA99-D74BAE139128}" srcOrd="0" destOrd="0" presId="urn:microsoft.com/office/officeart/2009/3/layout/DescendingProcess"/>
    <dgm:cxn modelId="{DCCBC689-61A8-4B5B-90D7-4BD3D3283A40}" srcId="{3CA0916D-1D62-4BFA-AE91-712304BD97B4}" destId="{1EA15536-0865-4F29-BECF-71E91B0DF98B}" srcOrd="2" destOrd="0" parTransId="{8ECDA8AD-2096-434C-8E00-4EC91CD38ADE}" sibTransId="{48FB6DF2-4E6B-48B4-884B-28413CE595BE}"/>
    <dgm:cxn modelId="{4BD6A48B-757C-432D-9179-8D4C722AF4CF}" type="presOf" srcId="{B1A945CF-A50F-489B-AF27-62D9CD0C527C}" destId="{346BF1A3-A180-4418-BF21-9AD6254E2B09}" srcOrd="0" destOrd="0" presId="urn:microsoft.com/office/officeart/2009/3/layout/DescendingProcess"/>
    <dgm:cxn modelId="{8CA5989A-C9A3-45C1-B58D-A642450E8C19}" type="presOf" srcId="{48FB6DF2-4E6B-48B4-884B-28413CE595BE}" destId="{8A1591AF-A394-4A4F-B21F-633E5F97D6EE}" srcOrd="0" destOrd="0" presId="urn:microsoft.com/office/officeart/2009/3/layout/DescendingProcess"/>
    <dgm:cxn modelId="{27EA68A6-7A5E-4EE7-BBE3-CAB9CC473240}" srcId="{3CA0916D-1D62-4BFA-AE91-712304BD97B4}" destId="{2F7A26E9-B8DD-4031-B736-E6B136C0F638}" srcOrd="1" destOrd="0" parTransId="{7DCC4465-2788-492F-B782-933F24F3093E}" sibTransId="{74B8C2E0-B663-4E3C-8346-3086AA78078A}"/>
    <dgm:cxn modelId="{09997FD3-FD2D-4F26-8375-2022A7F34872}" type="presOf" srcId="{3CA0916D-1D62-4BFA-AE91-712304BD97B4}" destId="{0510F8CD-AB74-4F75-A5CE-67117DDF3C7E}" srcOrd="0" destOrd="0" presId="urn:microsoft.com/office/officeart/2009/3/layout/DescendingProcess"/>
    <dgm:cxn modelId="{0277D1D4-DCC4-416B-B3B8-D95D25EADD02}" type="presOf" srcId="{B7F95710-BAB9-42B7-9FBE-B28D56B96C34}" destId="{2C4FBB0B-036F-41FD-97BC-CF0FA33A3A37}" srcOrd="0" destOrd="0" presId="urn:microsoft.com/office/officeart/2009/3/layout/DescendingProcess"/>
    <dgm:cxn modelId="{6AD482D6-005D-4DEC-A5FC-495C8B18C6F9}" type="presOf" srcId="{74B8C2E0-B663-4E3C-8346-3086AA78078A}" destId="{EFE5DC46-F375-4E2C-9CB9-68185141B61B}" srcOrd="0" destOrd="0" presId="urn:microsoft.com/office/officeart/2009/3/layout/DescendingProcess"/>
    <dgm:cxn modelId="{0D6B66D8-619A-4BE0-AA28-2E642D3FA7DD}" type="presOf" srcId="{42B614FA-1250-4AA1-83B1-9945BB99058F}" destId="{0CBF7597-2E4B-4809-B656-3ED7D230CF6A}" srcOrd="0" destOrd="0" presId="urn:microsoft.com/office/officeart/2009/3/layout/DescendingProcess"/>
    <dgm:cxn modelId="{EE5737DD-B843-49D7-A5F6-9A39F615991B}" srcId="{3CA0916D-1D62-4BFA-AE91-712304BD97B4}" destId="{B7F95710-BAB9-42B7-9FBE-B28D56B96C34}" srcOrd="3" destOrd="0" parTransId="{387D23F4-95D4-4FEA-A657-C5FF92FD913E}" sibTransId="{400336E1-D067-4C4A-8ABE-86533FE19450}"/>
    <dgm:cxn modelId="{5DC351F0-163B-447D-A8B3-E6560FD5BC32}" type="presOf" srcId="{400336E1-D067-4C4A-8ABE-86533FE19450}" destId="{814908C2-805A-4143-85B7-7015E019E668}" srcOrd="0" destOrd="0" presId="urn:microsoft.com/office/officeart/2009/3/layout/DescendingProcess"/>
    <dgm:cxn modelId="{BC0C50F7-4E59-43E0-A75D-21E71FC5AB72}" type="presOf" srcId="{6DE8A068-4798-4F3E-BE82-AE877DDF6D6D}" destId="{0D20F447-AFF1-4269-9123-B01DD43DC483}" srcOrd="0" destOrd="0" presId="urn:microsoft.com/office/officeart/2009/3/layout/DescendingProcess"/>
    <dgm:cxn modelId="{922EABC3-AF2D-4632-9A8B-A1422D4B21C9}" type="presParOf" srcId="{0510F8CD-AB74-4F75-A5CE-67117DDF3C7E}" destId="{433C41A1-EE95-45E4-B297-0C938141C459}" srcOrd="0" destOrd="0" presId="urn:microsoft.com/office/officeart/2009/3/layout/DescendingProcess"/>
    <dgm:cxn modelId="{9201FF2D-B542-421C-8199-32BD51157A0A}" type="presParOf" srcId="{0510F8CD-AB74-4F75-A5CE-67117DDF3C7E}" destId="{346BF1A3-A180-4418-BF21-9AD6254E2B09}" srcOrd="1" destOrd="0" presId="urn:microsoft.com/office/officeart/2009/3/layout/DescendingProcess"/>
    <dgm:cxn modelId="{BDCA6387-5C26-44FC-8AF7-CC5DBA078357}" type="presParOf" srcId="{0510F8CD-AB74-4F75-A5CE-67117DDF3C7E}" destId="{8A30D61B-F9AC-4819-BD96-198E5A4DF672}" srcOrd="2" destOrd="0" presId="urn:microsoft.com/office/officeart/2009/3/layout/DescendingProcess"/>
    <dgm:cxn modelId="{FDB4F8FA-CFEE-4B2C-8840-10B82320946E}" type="presParOf" srcId="{0510F8CD-AB74-4F75-A5CE-67117DDF3C7E}" destId="{28C3AE06-631D-4EA9-A641-CDE9C5EB3B54}" srcOrd="3" destOrd="0" presId="urn:microsoft.com/office/officeart/2009/3/layout/DescendingProcess"/>
    <dgm:cxn modelId="{DE0EA0DC-5F3D-4EAE-BC77-C70013155A6E}" type="presParOf" srcId="{28C3AE06-631D-4EA9-A641-CDE9C5EB3B54}" destId="{EFE5DC46-F375-4E2C-9CB9-68185141B61B}" srcOrd="0" destOrd="0" presId="urn:microsoft.com/office/officeart/2009/3/layout/DescendingProcess"/>
    <dgm:cxn modelId="{8402D3C2-1EBF-40BF-BF11-D36EB7E97F27}" type="presParOf" srcId="{0510F8CD-AB74-4F75-A5CE-67117DDF3C7E}" destId="{4A11A901-DB94-4D84-A6C1-403D7BDB37E6}" srcOrd="4" destOrd="0" presId="urn:microsoft.com/office/officeart/2009/3/layout/DescendingProcess"/>
    <dgm:cxn modelId="{CA0326BD-B384-4665-BDC8-85E5565B138E}" type="presParOf" srcId="{0510F8CD-AB74-4F75-A5CE-67117DDF3C7E}" destId="{80482D77-CA2B-4624-A976-186F37E9E1C7}" srcOrd="5" destOrd="0" presId="urn:microsoft.com/office/officeart/2009/3/layout/DescendingProcess"/>
    <dgm:cxn modelId="{522A7343-E494-43EC-9B00-EC6886AEBD76}" type="presParOf" srcId="{80482D77-CA2B-4624-A976-186F37E9E1C7}" destId="{8A1591AF-A394-4A4F-B21F-633E5F97D6EE}" srcOrd="0" destOrd="0" presId="urn:microsoft.com/office/officeart/2009/3/layout/DescendingProcess"/>
    <dgm:cxn modelId="{FB0E9218-54A6-4E8D-87E1-770C19DBBA6C}" type="presParOf" srcId="{0510F8CD-AB74-4F75-A5CE-67117DDF3C7E}" destId="{2C4FBB0B-036F-41FD-97BC-CF0FA33A3A37}" srcOrd="6" destOrd="0" presId="urn:microsoft.com/office/officeart/2009/3/layout/DescendingProcess"/>
    <dgm:cxn modelId="{D7579805-C250-4D5C-A13B-09E1AFC0043E}" type="presParOf" srcId="{0510F8CD-AB74-4F75-A5CE-67117DDF3C7E}" destId="{EE96812C-E477-4C35-A976-CE9EE09E7140}" srcOrd="7" destOrd="0" presId="urn:microsoft.com/office/officeart/2009/3/layout/DescendingProcess"/>
    <dgm:cxn modelId="{D10863FE-E007-442C-907B-E1663726F830}" type="presParOf" srcId="{EE96812C-E477-4C35-A976-CE9EE09E7140}" destId="{814908C2-805A-4143-85B7-7015E019E668}" srcOrd="0" destOrd="0" presId="urn:microsoft.com/office/officeart/2009/3/layout/DescendingProcess"/>
    <dgm:cxn modelId="{D15AF7F4-D80A-443E-9FC2-4A3EF958AFAB}" type="presParOf" srcId="{0510F8CD-AB74-4F75-A5CE-67117DDF3C7E}" destId="{0CBF7597-2E4B-4809-B656-3ED7D230CF6A}" srcOrd="8" destOrd="0" presId="urn:microsoft.com/office/officeart/2009/3/layout/DescendingProcess"/>
    <dgm:cxn modelId="{3EDEFDE7-3DD7-4C92-A995-E23F75F0E46E}" type="presParOf" srcId="{0510F8CD-AB74-4F75-A5CE-67117DDF3C7E}" destId="{C3EF54E1-3AEC-49A9-9906-02240C1380B7}" srcOrd="9" destOrd="0" presId="urn:microsoft.com/office/officeart/2009/3/layout/DescendingProcess"/>
    <dgm:cxn modelId="{4FD3A1A6-BE4D-4612-AAB5-619645B076F8}" type="presParOf" srcId="{C3EF54E1-3AEC-49A9-9906-02240C1380B7}" destId="{0D20F447-AFF1-4269-9123-B01DD43DC483}" srcOrd="0" destOrd="0" presId="urn:microsoft.com/office/officeart/2009/3/layout/DescendingProcess"/>
    <dgm:cxn modelId="{E2B60799-1A36-4D62-8F16-0995BA5A9FDB}" type="presParOf" srcId="{0510F8CD-AB74-4F75-A5CE-67117DDF3C7E}" destId="{9E908F2D-8443-4627-BA99-D74BAE139128}" srcOrd="10" destOrd="0" presId="urn:microsoft.com/office/officeart/2009/3/layout/Descending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3C41A1-EE95-45E4-B297-0C938141C459}">
      <dsp:nvSpPr>
        <dsp:cNvPr id="0" name=""/>
        <dsp:cNvSpPr/>
      </dsp:nvSpPr>
      <dsp:spPr>
        <a:xfrm rot="4396374">
          <a:off x="1397313" y="1078272"/>
          <a:ext cx="4677714" cy="3262122"/>
        </a:xfrm>
        <a:prstGeom prst="swooshArrow">
          <a:avLst>
            <a:gd name="adj1" fmla="val 16310"/>
            <a:gd name="adj2" fmla="val 313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FE5DC46-F375-4E2C-9CB9-68185141B61B}">
      <dsp:nvSpPr>
        <dsp:cNvPr id="0" name=""/>
        <dsp:cNvSpPr/>
      </dsp:nvSpPr>
      <dsp:spPr>
        <a:xfrm>
          <a:off x="2991645" y="1400183"/>
          <a:ext cx="118126" cy="118126"/>
        </a:xfrm>
        <a:prstGeom prst="ellips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50080"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A1591AF-A394-4A4F-B21F-633E5F97D6EE}">
      <dsp:nvSpPr>
        <dsp:cNvPr id="0" name=""/>
        <dsp:cNvSpPr/>
      </dsp:nvSpPr>
      <dsp:spPr>
        <a:xfrm>
          <a:off x="3658629" y="1912247"/>
          <a:ext cx="118126" cy="118126"/>
        </a:xfrm>
        <a:prstGeom prst="ellips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50080"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14908C2-805A-4143-85B7-7015E019E668}">
      <dsp:nvSpPr>
        <dsp:cNvPr id="0" name=""/>
        <dsp:cNvSpPr/>
      </dsp:nvSpPr>
      <dsp:spPr>
        <a:xfrm>
          <a:off x="4258259" y="2511552"/>
          <a:ext cx="118126" cy="118126"/>
        </a:xfrm>
        <a:prstGeom prst="ellips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50080"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46BF1A3-A180-4418-BF21-9AD6254E2B09}">
      <dsp:nvSpPr>
        <dsp:cNvPr id="0" name=""/>
        <dsp:cNvSpPr/>
      </dsp:nvSpPr>
      <dsp:spPr>
        <a:xfrm>
          <a:off x="1083733" y="0"/>
          <a:ext cx="2205397" cy="866986"/>
        </a:xfrm>
        <a:prstGeom prst="rect">
          <a:avLst/>
        </a:prstGeom>
        <a:solidFill>
          <a:schemeClr val="lt1">
            <a:alpha val="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Anforderungen prüfen und Funktionen der Software definieren</a:t>
          </a:r>
        </a:p>
      </dsp:txBody>
      <dsp:txXfrm>
        <a:off x="1083733" y="0"/>
        <a:ext cx="2205397" cy="866986"/>
      </dsp:txXfrm>
    </dsp:sp>
    <dsp:sp modelId="{8A30D61B-F9AC-4819-BD96-198E5A4DF672}">
      <dsp:nvSpPr>
        <dsp:cNvPr id="0" name=""/>
        <dsp:cNvSpPr/>
      </dsp:nvSpPr>
      <dsp:spPr>
        <a:xfrm>
          <a:off x="3765973" y="1025753"/>
          <a:ext cx="3278293" cy="866986"/>
        </a:xfrm>
        <a:prstGeom prst="rect">
          <a:avLst/>
        </a:prstGeom>
        <a:solidFill>
          <a:schemeClr val="lt1">
            <a:alpha val="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Tools/ Frameworks, etc.. definieren</a:t>
          </a:r>
        </a:p>
      </dsp:txBody>
      <dsp:txXfrm>
        <a:off x="3765973" y="1025753"/>
        <a:ext cx="3278293" cy="866986"/>
      </dsp:txXfrm>
    </dsp:sp>
    <dsp:sp modelId="{4A11A901-DB94-4D84-A6C1-403D7BDB37E6}">
      <dsp:nvSpPr>
        <dsp:cNvPr id="0" name=""/>
        <dsp:cNvSpPr/>
      </dsp:nvSpPr>
      <dsp:spPr>
        <a:xfrm>
          <a:off x="1083733" y="1537817"/>
          <a:ext cx="2205397" cy="866986"/>
        </a:xfrm>
        <a:prstGeom prst="rect">
          <a:avLst/>
        </a:prstGeom>
        <a:solidFill>
          <a:schemeClr val="lt1">
            <a:alpha val="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Aufgabenverteilung festlegen</a:t>
          </a:r>
        </a:p>
      </dsp:txBody>
      <dsp:txXfrm>
        <a:off x="1083733" y="1537817"/>
        <a:ext cx="2205397" cy="866986"/>
      </dsp:txXfrm>
    </dsp:sp>
    <dsp:sp modelId="{0D20F447-AFF1-4269-9123-B01DD43DC483}">
      <dsp:nvSpPr>
        <dsp:cNvPr id="0" name=""/>
        <dsp:cNvSpPr/>
      </dsp:nvSpPr>
      <dsp:spPr>
        <a:xfrm>
          <a:off x="4692186" y="3171003"/>
          <a:ext cx="118126" cy="118126"/>
        </a:xfrm>
        <a:prstGeom prst="ellips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50080"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C4FBB0B-036F-41FD-97BC-CF0FA33A3A37}">
      <dsp:nvSpPr>
        <dsp:cNvPr id="0" name=""/>
        <dsp:cNvSpPr/>
      </dsp:nvSpPr>
      <dsp:spPr>
        <a:xfrm>
          <a:off x="4838869" y="2137122"/>
          <a:ext cx="2205397" cy="866986"/>
        </a:xfrm>
        <a:prstGeom prst="rect">
          <a:avLst/>
        </a:prstGeom>
        <a:solidFill>
          <a:schemeClr val="lt1">
            <a:alpha val="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Einsatzbereiche sowie Alltagsbeispiele zur Nutzung des Ticketsystems</a:t>
          </a:r>
        </a:p>
      </dsp:txBody>
      <dsp:txXfrm>
        <a:off x="4838869" y="2137122"/>
        <a:ext cx="2205397" cy="866986"/>
      </dsp:txXfrm>
    </dsp:sp>
    <dsp:sp modelId="{0CBF7597-2E4B-4809-B656-3ED7D230CF6A}">
      <dsp:nvSpPr>
        <dsp:cNvPr id="0" name=""/>
        <dsp:cNvSpPr/>
      </dsp:nvSpPr>
      <dsp:spPr>
        <a:xfrm>
          <a:off x="1083733" y="2796574"/>
          <a:ext cx="3278293" cy="866986"/>
        </a:xfrm>
        <a:prstGeom prst="rect">
          <a:avLst/>
        </a:prstGeom>
        <a:solidFill>
          <a:schemeClr val="lt1">
            <a:alpha val="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Dokumentation</a:t>
          </a:r>
        </a:p>
      </dsp:txBody>
      <dsp:txXfrm>
        <a:off x="1083733" y="2796574"/>
        <a:ext cx="3278293" cy="866986"/>
      </dsp:txXfrm>
    </dsp:sp>
    <dsp:sp modelId="{9E908F2D-8443-4627-BA99-D74BAE139128}">
      <dsp:nvSpPr>
        <dsp:cNvPr id="0" name=""/>
        <dsp:cNvSpPr/>
      </dsp:nvSpPr>
      <dsp:spPr>
        <a:xfrm>
          <a:off x="4064000" y="4551680"/>
          <a:ext cx="2980266" cy="866986"/>
        </a:xfrm>
        <a:prstGeom prst="rect">
          <a:avLst/>
        </a:prstGeom>
        <a:solidFill>
          <a:schemeClr val="lt1">
            <a:alpha val="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Vorstellung</a:t>
          </a:r>
        </a:p>
      </dsp:txBody>
      <dsp:txXfrm>
        <a:off x="4064000" y="4551680"/>
        <a:ext cx="2980266" cy="8669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DescendingProcess">
  <dgm:title val=""/>
  <dgm:desc val=""/>
  <dgm:catLst>
    <dgm:cat type="process" pri="23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clrData>
  <dgm:layoutNode name="Name0">
    <dgm:varLst>
      <dgm:chMax val="7"/>
      <dgm:chPref val="5"/>
    </dgm:varLst>
    <dgm:alg type="composite">
      <dgm:param type="ar" val="1.1"/>
    </dgm:alg>
    <dgm:shape xmlns:r="http://schemas.openxmlformats.org/officeDocument/2006/relationships" r:blip="">
      <dgm:adjLst/>
    </dgm:shape>
    <dgm:choose name="Name1">
      <dgm:if name="Name2" axis="ch" ptType="node" func="cnt" op="equ" val="1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</dgm:constrLst>
      </dgm:if>
      <dgm:if name="Name3" axis="ch" ptType="node" func="cnt" op="equ" val="2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"/>
          <dgm:constr type="b" for="ch" forName="txNode2" refType="h"/>
          <dgm:constr type="r" for="ch" forName="txNode2" refType="w"/>
          <dgm:constr type="h" for="ch" forName="txNode2" refType="h" fact="0.16"/>
        </dgm:constrLst>
      </dgm:if>
      <dgm:if name="Name4" axis="ch" ptType="node" func="cnt" op="equ" val="3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6"/>
          <dgm:constr type="ctrY" for="ch" forName="txNode2" refType="h" fact="0.3992"/>
          <dgm:constr type="r" for="ch" forName="txNode2" refType="w"/>
          <dgm:constr type="h" for="ch" forName="txNode2" refType="h" fact="0.16"/>
          <dgm:constr type="l" for="ch" forName="txNode3" refType="w" fact="0.5"/>
          <dgm:constr type="b" for="ch" forName="txNode3" refType="h"/>
          <dgm:constr type="r" for="ch" forName="txNode3" refType="w"/>
          <dgm:constr type="h" for="ch" forName="txNode3" refType="h" fact="0.16"/>
          <dgm:constr type="ctrX" for="ch" forName="dotNode2" refType="w" fact="0.4782"/>
          <dgm:constr type="ctrY" for="ch" forName="dotNode2" refType="h" fact="0.3992"/>
          <dgm:constr type="h" for="ch" forName="dotNode2" refType="h" fact="0.0218"/>
          <dgm:constr type="w" for="ch" forName="dotNode2" refType="h" refFor="ch" refForName="dotNode2"/>
        </dgm:constrLst>
      </dgm:if>
      <dgm:if name="Name5" axis="ch" ptType="node" func="cnt" op="equ" val="4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9"/>
          <dgm:constr type="ctrY" for="ch" forName="txNode2" refType="h" fact="0.315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5004"/>
          <dgm:constr type="r" for="ch" forName="txNode3" refType="w" fact="0.5"/>
          <dgm:constr type="h" for="ch" forName="txNode3" refType="h" fact="0.16"/>
          <dgm:constr type="l" for="ch" forName="txNode4" refType="w" fact="0.5"/>
          <dgm:constr type="b" for="ch" forName="txNode4" refType="h"/>
          <dgm:constr type="r" for="ch" forName="txNode4" refType="w"/>
          <dgm:constr type="h" for="ch" forName="txNode4" refType="h" fact="0.16"/>
          <dgm:constr type="ctrX" for="ch" forName="dotNode2" refType="w" fact="0.39"/>
          <dgm:constr type="ctrY" for="ch" forName="dotNode2" refType="h" fact="0.315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5626"/>
          <dgm:constr type="ctrY" for="ch" forName="dotNode3" refType="h" fact="0.5004"/>
          <dgm:constr type="h" for="ch" forName="dotNode3" refType="h" fact="0.0218"/>
          <dgm:constr type="w" for="ch" forName="dotNode3" refType="h" refFor="ch" refForName="dotNode3"/>
        </dgm:constrLst>
      </dgm:if>
      <dgm:if name="Name6" axis="ch" ptType="node" func="cnt" op="equ" val="5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6"/>
          <dgm:constr type="ctrY" for="ch" forName="txNode2" refType="h" fact="0.2885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4089"/>
          <dgm:constr type="r" for="ch" forName="txNode3" refType="w" fact="0.43"/>
          <dgm:constr type="h" for="ch" forName="txNode3" refType="h" fact="0.16"/>
          <dgm:constr type="l" for="ch" forName="txNode4" refType="w" fact="0.67"/>
          <dgm:constr type="ctrY" for="ch" forName="txNode4" refType="h" fact="0.5497"/>
          <dgm:constr type="r" for="ch" forName="txNode4" refType="w"/>
          <dgm:constr type="h" for="ch" forName="txNode4" refType="h" fact="0.16"/>
          <dgm:constr type="l" for="ch" forName="txNode5" refType="w" fact="0.5"/>
          <dgm:constr type="b" for="ch" forName="txNode5" refType="h"/>
          <dgm:constr type="r" for="ch" forName="txNode5" refType="w"/>
          <dgm:constr type="h" for="ch" forName="txNode5" refType="h" fact="0.16"/>
          <dgm:constr type="ctrX" for="ch" forName="dotNode2" refType="w" fact="0.3565"/>
          <dgm:constr type="ctrY" for="ch" forName="dotNode2" refType="h" fact="0.2885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922"/>
          <dgm:constr type="ctrY" for="ch" forName="dotNode3" refType="h" fact="0.4089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939"/>
          <dgm:constr type="ctrY" for="ch" forName="dotNode4" refType="h" fact="0.5497"/>
          <dgm:constr type="h" for="ch" forName="dotNode4" refType="h" fact="0.0218"/>
          <dgm:constr type="w" for="ch" forName="dotNode4" refType="h" refFor="ch" refForName="dotNode4"/>
        </dgm:constrLst>
      </dgm:if>
      <dgm:if name="Name7" axis="ch" ptType="node" func="cnt" op="equ" val="6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5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638"/>
          <dgm:constr type="r" for="ch" forName="txNode3" refType="w" fact="0.37"/>
          <dgm:constr type="h" for="ch" forName="txNode3" refType="h" fact="0.16"/>
          <dgm:constr type="l" for="ch" forName="txNode4" refType="w" fact="0.63"/>
          <dgm:constr type="ctrY" for="ch" forName="txNode4" refType="h" fact="0.4744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961"/>
          <dgm:constr type="r" for="ch" forName="txNode5" refType="w" fact="0.55"/>
          <dgm:constr type="h" for="ch" forName="txNode5" refType="h" fact="0.16"/>
          <dgm:constr type="l" for="ch" forName="txNode6" refType="w" fact="0.5"/>
          <dgm:constr type="b" for="ch" forName="txNode6" refType="h"/>
          <dgm:constr type="r" for="ch" forName="txNode6" refType="w"/>
          <dgm:constr type="h" for="ch" forName="txNode6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419"/>
          <dgm:constr type="ctrY" for="ch" forName="dotNode3" refType="h" fact="0.3638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425"/>
          <dgm:constr type="ctrY" for="ch" forName="dotNode4" refType="h" fact="0.4744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6153"/>
          <dgm:constr type="ctrY" for="ch" forName="dotNode5" refType="h" fact="0.5961"/>
          <dgm:constr type="h" for="ch" forName="dotNode5" refType="h" fact="0.0218"/>
          <dgm:constr type="w" for="ch" forName="dotNode5" refType="h" refFor="ch" refForName="dotNode5"/>
        </dgm:constrLst>
      </dgm:if>
      <dgm:else name="Name8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4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424"/>
          <dgm:constr type="r" for="ch" forName="txNode3" refType="w" fact="0.33"/>
          <dgm:constr type="h" for="ch" forName="txNode3" refType="h" fact="0.16"/>
          <dgm:constr type="l" for="ch" forName="txNode4" refType="w" fact="0.61"/>
          <dgm:constr type="ctrY" for="ch" forName="txNode4" refType="h" fact="0.4276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218"/>
          <dgm:constr type="r" for="ch" forName="txNode5" refType="w" fact="0.5"/>
          <dgm:constr type="h" for="ch" forName="txNode5" refType="h" fact="0.16"/>
          <dgm:constr type="l" for="ch" forName="txNode6" refType="w" fact="0.71"/>
          <dgm:constr type="ctrY" for="ch" forName="txNode6" refType="h" fact="0.6179"/>
          <dgm:constr type="r" for="ch" forName="txNode6" refType="w"/>
          <dgm:constr type="h" for="ch" forName="txNode6" refType="h" fact="0.16"/>
          <dgm:constr type="l" for="ch" forName="txNode7" refType="w" fact="0.5"/>
          <dgm:constr type="b" for="ch" forName="txNode7" refType="h"/>
          <dgm:constr type="r" for="ch" forName="txNode7" refType="w"/>
          <dgm:constr type="h" for="ch" forName="txNode7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25"/>
          <dgm:constr type="ctrY" for="ch" forName="dotNode3" refType="h" fact="0.3424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05"/>
          <dgm:constr type="ctrY" for="ch" forName="dotNode4" refType="h" fact="0.4276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5742"/>
          <dgm:constr type="ctrY" for="ch" forName="dotNode5" refType="h" fact="0.5218"/>
          <dgm:constr type="h" for="ch" forName="dotNode5" refType="h" fact="0.0218"/>
          <dgm:constr type="w" for="ch" forName="dotNode5" refType="h" refFor="ch" refForName="dotNode5"/>
          <dgm:constr type="ctrX" for="ch" forName="dotNode6" refType="w" fact="0.63"/>
          <dgm:constr type="ctrY" for="ch" forName="dotNode6" refType="h" fact="0.6179"/>
          <dgm:constr type="h" for="ch" forName="dotNode6" refType="h" fact="0.0218"/>
          <dgm:constr type="w" for="ch" forName="dotNode6" refType="h" refFor="ch" refForName="dotNode6"/>
        </dgm:constrLst>
      </dgm:else>
    </dgm:choose>
    <dgm:forEach name="Name9" axis="self" ptType="parTrans">
      <dgm:forEach name="Name10" axis="self" ptType="sibTrans" st="2">
        <dgm:forEach name="dotRepeat" axis="self">
          <dgm:layoutNode name="dotRepeatNode" styleLbl="fgShp">
            <dgm:alg type="sp"/>
            <dgm:shape xmlns:r="http://schemas.openxmlformats.org/officeDocument/2006/relationships" type="ellipse" r:blip="">
              <dgm:adjLst/>
            </dgm:shape>
            <dgm:presOf axis="self"/>
          </dgm:layoutNode>
        </dgm:forEach>
      </dgm:forEach>
    </dgm:forEach>
    <dgm:choose name="Name11">
      <dgm:if name="Name12" axis="ch" ptType="node" func="cnt" op="gte" val="1">
        <dgm:layoutNode name="arrowNode" styleLbl="node1">
          <dgm:alg type="sp"/>
          <dgm:shape xmlns:r="http://schemas.openxmlformats.org/officeDocument/2006/relationships" rot="73.2729" type="swooshArrow" r:blip="">
            <dgm:adjLst>
              <dgm:adj idx="1" val="0.1631"/>
              <dgm:adj idx="2" val="0.3137"/>
            </dgm:adjLst>
          </dgm:shape>
          <dgm:presOf/>
        </dgm:layoutNode>
      </dgm:if>
      <dgm:else name="Name13"/>
    </dgm:choose>
    <dgm:forEach name="Name14" axis="ch" ptType="node" cnt="1">
      <dgm:layoutNode name="txNode1" styleLbl="revTx">
        <dgm:varLst>
          <dgm:bulletEnabled val="1"/>
        </dgm:varLst>
        <dgm:alg type="tx">
          <dgm:param type="txAnchorVert" val="b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2" cnt="1">
      <dgm:layoutNode name="txNode2" styleLbl="revTx">
        <dgm:varLst>
          <dgm:bulletEnabled val="1"/>
        </dgm:varLst>
        <dgm:choose name="Name16">
          <dgm:if name="Name17" axis="self" ptType="node" func="revPos" op="equ" val="1">
            <dgm:alg type="tx">
              <dgm:param type="txAnchorVert" val="t"/>
            </dgm:alg>
          </dgm:if>
          <dgm:if name="Name18" axis="self" ptType="node" func="posOdd" op="equ" val="1">
            <dgm:alg type="tx">
              <dgm:param type="parTxLTRAlign" val="r"/>
              <dgm:param type="parTxRTLAlign" val="r"/>
            </dgm:alg>
          </dgm:if>
          <dgm:else name="Name1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20">
        <dgm:if name="Name21" axis="par ch" ptType="all node" func="cnt" op="neq" val="2">
          <dgm:forEach name="Name22" axis="follow" ptType="sibTrans" cnt="1">
            <dgm:layoutNode name="dotNode2">
              <dgm:alg type="sp"/>
              <dgm:shape xmlns:r="http://schemas.openxmlformats.org/officeDocument/2006/relationships" r:blip="">
                <dgm:adjLst/>
              </dgm:shape>
              <dgm:presOf/>
              <dgm:forEach name="Name23" ref="dotRepeat"/>
            </dgm:layoutNode>
          </dgm:forEach>
        </dgm:if>
        <dgm:else name="Name24"/>
      </dgm:choose>
    </dgm:forEach>
    <dgm:forEach name="Name25" axis="ch" ptType="node" st="3" cnt="1">
      <dgm:layoutNode name="txNode3" styleLbl="revTx">
        <dgm:varLst>
          <dgm:bulletEnabled val="1"/>
        </dgm:varLst>
        <dgm:choose name="Name26">
          <dgm:if name="Name27" axis="self" ptType="node" func="revPos" op="equ" val="1">
            <dgm:alg type="tx">
              <dgm:param type="txAnchorVert" val="t"/>
            </dgm:alg>
          </dgm:if>
          <dgm:if name="Name28" axis="self" ptType="node" func="posOdd" op="equ" val="1">
            <dgm:alg type="tx">
              <dgm:param type="parTxLTRAlign" val="r"/>
              <dgm:param type="parTxRTLAlign" val="r"/>
            </dgm:alg>
          </dgm:if>
          <dgm:else name="Name2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30">
        <dgm:if name="Name31" axis="par ch" ptType="all node" func="cnt" op="neq" val="3">
          <dgm:forEach name="Name32" axis="follow" ptType="sibTrans" cnt="1">
            <dgm:layoutNode name="dotNode3">
              <dgm:alg type="sp"/>
              <dgm:shape xmlns:r="http://schemas.openxmlformats.org/officeDocument/2006/relationships" r:blip="">
                <dgm:adjLst/>
              </dgm:shape>
              <dgm:presOf/>
              <dgm:forEach name="Name33" ref="dotRepeat"/>
            </dgm:layoutNode>
          </dgm:forEach>
        </dgm:if>
        <dgm:else name="Name34"/>
      </dgm:choose>
    </dgm:forEach>
    <dgm:forEach name="Name35" axis="ch" ptType="node" st="4" cnt="1">
      <dgm:layoutNode name="txNode4" styleLbl="revTx">
        <dgm:varLst>
          <dgm:bulletEnabled val="1"/>
        </dgm:varLst>
        <dgm:choose name="Name36">
          <dgm:if name="Name37" axis="self" ptType="node" func="revPos" op="equ" val="1">
            <dgm:alg type="tx">
              <dgm:param type="txAnchorVert" val="t"/>
            </dgm:alg>
          </dgm:if>
          <dgm:if name="Name38" axis="self" ptType="node" func="posOdd" op="equ" val="1">
            <dgm:alg type="tx">
              <dgm:param type="parTxLTRAlign" val="r"/>
              <dgm:param type="parTxRTLAlign" val="r"/>
            </dgm:alg>
          </dgm:if>
          <dgm:else name="Name3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40">
        <dgm:if name="Name41" axis="par ch" ptType="all node" func="cnt" op="neq" val="4">
          <dgm:forEach name="Name42" axis="follow" ptType="sibTrans" cnt="1">
            <dgm:layoutNode name="dotNode4">
              <dgm:alg type="sp"/>
              <dgm:shape xmlns:r="http://schemas.openxmlformats.org/officeDocument/2006/relationships" r:blip="">
                <dgm:adjLst/>
              </dgm:shape>
              <dgm:presOf/>
              <dgm:forEach name="Name43" ref="dotRepeat"/>
            </dgm:layoutNode>
          </dgm:forEach>
        </dgm:if>
        <dgm:else name="Name44"/>
      </dgm:choose>
    </dgm:forEach>
    <dgm:forEach name="Name45" axis="ch" ptType="node" st="5" cnt="1">
      <dgm:layoutNode name="txNode5" styleLbl="revTx">
        <dgm:varLst>
          <dgm:bulletEnabled val="1"/>
        </dgm:varLst>
        <dgm:choose name="Name46">
          <dgm:if name="Name47" axis="self" ptType="node" func="revPos" op="equ" val="1">
            <dgm:alg type="tx">
              <dgm:param type="txAnchorVert" val="t"/>
            </dgm:alg>
          </dgm:if>
          <dgm:if name="Name48" axis="self" ptType="node" func="posOdd" op="equ" val="1">
            <dgm:alg type="tx">
              <dgm:param type="parTxLTRAlign" val="r"/>
              <dgm:param type="parTxRTLAlign" val="r"/>
            </dgm:alg>
          </dgm:if>
          <dgm:else name="Name4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50">
        <dgm:if name="Name51" axis="par ch" ptType="all node" func="cnt" op="neq" val="5">
          <dgm:forEach name="Name52" axis="follow" ptType="sibTrans" cnt="1">
            <dgm:layoutNode name="dotNode5">
              <dgm:alg type="sp"/>
              <dgm:shape xmlns:r="http://schemas.openxmlformats.org/officeDocument/2006/relationships" r:blip="">
                <dgm:adjLst/>
              </dgm:shape>
              <dgm:presOf/>
              <dgm:forEach name="Name53" ref="dotRepeat"/>
            </dgm:layoutNode>
          </dgm:forEach>
        </dgm:if>
        <dgm:else name="Name54"/>
      </dgm:choose>
    </dgm:forEach>
    <dgm:forEach name="Name55" axis="ch" ptType="node" st="6" cnt="1">
      <dgm:layoutNode name="txNode6" styleLbl="revTx">
        <dgm:varLst>
          <dgm:bulletEnabled val="1"/>
        </dgm:varLst>
        <dgm:choose name="Name56">
          <dgm:if name="Name57" axis="self" ptType="node" func="revPos" op="equ" val="1">
            <dgm:alg type="tx">
              <dgm:param type="txAnchorVert" val="t"/>
            </dgm:alg>
          </dgm:if>
          <dgm:if name="Name58" axis="self" ptType="node" func="posOdd" op="equ" val="1">
            <dgm:alg type="tx">
              <dgm:param type="parTxLTRAlign" val="r"/>
              <dgm:param type="parTxRTLAlign" val="r"/>
            </dgm:alg>
          </dgm:if>
          <dgm:else name="Name5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60">
        <dgm:if name="Name61" axis="par ch" ptType="all node" func="cnt" op="neq" val="6">
          <dgm:forEach name="Name62" axis="follow" ptType="sibTrans" cnt="1">
            <dgm:layoutNode name="dotNode6">
              <dgm:alg type="sp"/>
              <dgm:shape xmlns:r="http://schemas.openxmlformats.org/officeDocument/2006/relationships" r:blip="">
                <dgm:adjLst/>
              </dgm:shape>
              <dgm:presOf/>
              <dgm:forEach name="Name63" ref="dotRepeat"/>
            </dgm:layoutNode>
          </dgm:forEach>
        </dgm:if>
        <dgm:else name="Name64"/>
      </dgm:choose>
    </dgm:forEach>
    <dgm:forEach name="Name65" axis="ch" ptType="node" st="7" cnt="1">
      <dgm:layoutNode name="txNode7" styleLbl="revTx">
        <dgm:varLst>
          <dgm:bulletEnabled val="1"/>
        </dgm:varLst>
        <dgm:alg type="tx">
          <dgm:param type="txAnchorVert" val="t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795CD7-2D05-4F81-8C39-AC082C9A1014}" type="datetimeFigureOut">
              <a:rPr lang="de-DE" smtClean="0"/>
              <a:t>26.04.2026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2E3A1D-6BEB-4D2A-9272-0EF2AD6C35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7327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Vielleicht hier einfach die LIVE-Vorstellung starten.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E3A1D-6BEB-4D2A-9272-0EF2AD6C3544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1763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Vielleicht hier einfach die LIVE-Vorstellung starten.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2E3A1D-6BEB-4D2A-9272-0EF2AD6C3544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743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321F-8979-4C30-91A7-F201354CD0CC}" type="datetimeFigureOut">
              <a:rPr lang="de-DE" smtClean="0"/>
              <a:t>26.04.2026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D4B8B-19F9-4FA6-B5FC-26DF50311B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3147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321F-8979-4C30-91A7-F201354CD0CC}" type="datetimeFigureOut">
              <a:rPr lang="de-DE" smtClean="0"/>
              <a:t>26.04.2026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D4B8B-19F9-4FA6-B5FC-26DF50311B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8986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321F-8979-4C30-91A7-F201354CD0CC}" type="datetimeFigureOut">
              <a:rPr lang="de-DE" smtClean="0"/>
              <a:t>26.04.2026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D4B8B-19F9-4FA6-B5FC-26DF50311B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2910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321F-8979-4C30-91A7-F201354CD0CC}" type="datetimeFigureOut">
              <a:rPr lang="de-DE" smtClean="0"/>
              <a:t>26.04.2026</a:t>
            </a:fld>
            <a:endParaRPr lang="de-DE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D4B8B-19F9-4FA6-B5FC-26DF50311B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1263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321F-8979-4C30-91A7-F201354CD0CC}" type="datetimeFigureOut">
              <a:rPr lang="de-DE" smtClean="0"/>
              <a:t>26.04.2026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D4B8B-19F9-4FA6-B5FC-26DF50311B63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28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321F-8979-4C30-91A7-F201354CD0CC}" type="datetimeFigureOut">
              <a:rPr lang="de-DE" smtClean="0"/>
              <a:t>26.04.2026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D4B8B-19F9-4FA6-B5FC-26DF50311B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306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321F-8979-4C30-91A7-F201354CD0CC}" type="datetimeFigureOut">
              <a:rPr lang="de-DE" smtClean="0"/>
              <a:t>26.04.2026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D4B8B-19F9-4FA6-B5FC-26DF50311B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5113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321F-8979-4C30-91A7-F201354CD0CC}" type="datetimeFigureOut">
              <a:rPr lang="de-DE" smtClean="0"/>
              <a:t>26.04.2026</a:t>
            </a:fld>
            <a:endParaRPr lang="de-DE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de-DE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D4B8B-19F9-4FA6-B5FC-26DF50311B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8424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63A9321F-8979-4C30-91A7-F201354CD0CC}" type="datetimeFigureOut">
              <a:rPr lang="de-DE" smtClean="0"/>
              <a:t>26.04.2026</a:t>
            </a:fld>
            <a:endParaRPr lang="de-DE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de-DE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D4B8B-19F9-4FA6-B5FC-26DF50311B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8250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321F-8979-4C30-91A7-F201354CD0CC}" type="datetimeFigureOut">
              <a:rPr lang="de-DE" smtClean="0"/>
              <a:t>26.04.2026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D4B8B-19F9-4FA6-B5FC-26DF50311B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1238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321F-8979-4C30-91A7-F201354CD0CC}" type="datetimeFigureOut">
              <a:rPr lang="de-DE" smtClean="0"/>
              <a:t>26.04.2026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D4B8B-19F9-4FA6-B5FC-26DF50311B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4068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3A9321F-8979-4C30-91A7-F201354CD0CC}" type="datetimeFigureOut">
              <a:rPr lang="de-DE" smtClean="0"/>
              <a:t>26.04.2026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11D4B8B-19F9-4FA6-B5FC-26DF50311B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5177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C6476A-F0E3-8643-5608-8E060532ED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10287"/>
            <a:ext cx="9144000" cy="999676"/>
          </a:xfrm>
        </p:spPr>
        <p:txBody>
          <a:bodyPr/>
          <a:lstStyle/>
          <a:p>
            <a:r>
              <a:rPr lang="de-DE" dirty="0"/>
              <a:t>Ticket-system</a:t>
            </a:r>
          </a:p>
        </p:txBody>
      </p:sp>
    </p:spTree>
    <p:extLst>
      <p:ext uri="{BB962C8B-B14F-4D97-AF65-F5344CB8AC3E}">
        <p14:creationId xmlns:p14="http://schemas.microsoft.com/office/powerpoint/2010/main" val="3241076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4865B7-7269-3F91-A62D-0E2F85B2E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gliederung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A5C558-1E5F-7CBE-2A5A-A03426823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Einleitung</a:t>
            </a:r>
          </a:p>
          <a:p>
            <a:r>
              <a:rPr lang="de-DE" dirty="0"/>
              <a:t>Planung</a:t>
            </a:r>
          </a:p>
          <a:p>
            <a:r>
              <a:rPr lang="de-DE" dirty="0"/>
              <a:t>Anwendungs-/ Klassen-/ Objekt-/ und Aktivitätsdiagramm</a:t>
            </a:r>
          </a:p>
          <a:p>
            <a:r>
              <a:rPr lang="de-DE" dirty="0"/>
              <a:t>GUI</a:t>
            </a:r>
          </a:p>
          <a:p>
            <a:r>
              <a:rPr lang="de-DE" dirty="0"/>
              <a:t>Umsetzung</a:t>
            </a:r>
          </a:p>
          <a:p>
            <a:r>
              <a:rPr lang="de-DE" dirty="0"/>
              <a:t>Fazit</a:t>
            </a:r>
          </a:p>
        </p:txBody>
      </p:sp>
    </p:spTree>
    <p:extLst>
      <p:ext uri="{BB962C8B-B14F-4D97-AF65-F5344CB8AC3E}">
        <p14:creationId xmlns:p14="http://schemas.microsoft.com/office/powerpoint/2010/main" val="1837268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E03CE08-C0A1-FEFA-A21C-8ACDCE6AA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Projektidee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0E56AAF2-C569-1FB4-20A8-BE17E3ECA1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Ticketsystem für Unternehmen (z.B.  Außendienstmitarbeiter, 2nd-Level-Support, …)</a:t>
            </a:r>
          </a:p>
          <a:p>
            <a:r>
              <a:rPr lang="de-DE" dirty="0"/>
              <a:t>Konkrete Kategorisierung sowie Planung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E4FC54AD-8914-03BA-0173-A1A44E61983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de-DE" dirty="0"/>
              <a:t>Verwaltung von Beschwerden/ Problemen</a:t>
            </a:r>
          </a:p>
          <a:p>
            <a:r>
              <a:rPr lang="de-DE" dirty="0"/>
              <a:t>Übersichtliche Verwaltung von Tickets</a:t>
            </a:r>
          </a:p>
          <a:p>
            <a:r>
              <a:rPr lang="de-DE" dirty="0"/>
              <a:t>Zuweisung und Kategorisierung von Tickets</a:t>
            </a:r>
          </a:p>
          <a:p>
            <a:r>
              <a:rPr lang="de-DE" dirty="0"/>
              <a:t>Kundenzufriedenheit erhöhen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AA68D70-2799-3B8D-9F2A-77ED0EB1AD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Projektziel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69B9CF-64DC-1D83-8072-068B33065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Einleitung</a:t>
            </a:r>
          </a:p>
        </p:txBody>
      </p:sp>
    </p:spTree>
    <p:extLst>
      <p:ext uri="{BB962C8B-B14F-4D97-AF65-F5344CB8AC3E}">
        <p14:creationId xmlns:p14="http://schemas.microsoft.com/office/powerpoint/2010/main" val="3776213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02640E0C-CA1B-9024-300E-4221356ED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Planung</a:t>
            </a:r>
          </a:p>
        </p:txBody>
      </p:sp>
      <p:graphicFrame>
        <p:nvGraphicFramePr>
          <p:cNvPr id="8" name="Diagramm 7">
            <a:extLst>
              <a:ext uri="{FF2B5EF4-FFF2-40B4-BE49-F238E27FC236}">
                <a16:creationId xmlns:a16="http://schemas.microsoft.com/office/drawing/2014/main" id="{603C96D8-6930-6105-C708-7C3A17AD6E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3893140"/>
              </p:ext>
            </p:extLst>
          </p:nvPr>
        </p:nvGraphicFramePr>
        <p:xfrm>
          <a:off x="2032000" y="1703077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1877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3F8317-2134-E347-AEBD-B46361CF1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Anwendungsfalldiagramm</a:t>
            </a:r>
          </a:p>
        </p:txBody>
      </p:sp>
    </p:spTree>
    <p:extLst>
      <p:ext uri="{BB962C8B-B14F-4D97-AF65-F5344CB8AC3E}">
        <p14:creationId xmlns:p14="http://schemas.microsoft.com/office/powerpoint/2010/main" val="2026577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89E78E-80FB-6E4F-BBA1-7A79A37B5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Klassendiagramm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26A7C9-713D-7684-EF6A-8FD65B956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0330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FA9DDA-97BD-2726-A5E5-BC7BA9B86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Objektdiagramm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E1A784-3021-1D5D-08C0-9933E50CE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2516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C035CB-5625-D42C-D2F4-11F525F4A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Aktivitätsdiagramm (UML)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A1B890-AC4A-7F99-0828-8F0957098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2081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FD8CDD-9925-3D8D-17D9-8533212F0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GUI</a:t>
            </a:r>
          </a:p>
        </p:txBody>
      </p:sp>
    </p:spTree>
    <p:extLst>
      <p:ext uri="{BB962C8B-B14F-4D97-AF65-F5344CB8AC3E}">
        <p14:creationId xmlns:p14="http://schemas.microsoft.com/office/powerpoint/2010/main" val="1225120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8479C1-A833-2F27-90AC-6A16BB0A7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Codevorstellung</a:t>
            </a:r>
          </a:p>
        </p:txBody>
      </p:sp>
    </p:spTree>
    <p:extLst>
      <p:ext uri="{BB962C8B-B14F-4D97-AF65-F5344CB8AC3E}">
        <p14:creationId xmlns:p14="http://schemas.microsoft.com/office/powerpoint/2010/main" val="3742657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99BB3E8-023E-4EA8-DBF7-ED33E06A2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Problemstellen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ECE21B60-ED28-4E3E-969A-F0E01BC27B9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CLI-Programmierung (haben erst mit GUI angefangen)</a:t>
            </a:r>
          </a:p>
          <a:p>
            <a:r>
              <a:rPr lang="de-DE" dirty="0"/>
              <a:t>Codeoptimierung (viel redundanter Code)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B97E597-DC24-92F8-259F-E1B50CFE74F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de-DE" dirty="0"/>
              <a:t>Datenbankanbindung statt CSV</a:t>
            </a:r>
          </a:p>
          <a:p>
            <a:r>
              <a:rPr lang="de-DE" dirty="0"/>
              <a:t>Abschluss von Tickets</a:t>
            </a:r>
          </a:p>
          <a:p>
            <a:r>
              <a:rPr lang="de-DE" dirty="0"/>
              <a:t>Anzeigemöglichkeiten als Web-App</a:t>
            </a:r>
          </a:p>
          <a:p>
            <a:r>
              <a:rPr lang="de-DE" dirty="0"/>
              <a:t>Mehr Kundendaten einbinden (z.B.  Anruf direkt aus Software)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0CDCB62-3C7C-7F3E-E943-B1B5F02874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Erweiterungsmöglichkeiten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FF7ACA7-EFB4-7FF7-23DF-9D2254B99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Fazit</a:t>
            </a:r>
          </a:p>
        </p:txBody>
      </p:sp>
    </p:spTree>
    <p:extLst>
      <p:ext uri="{BB962C8B-B14F-4D97-AF65-F5344CB8AC3E}">
        <p14:creationId xmlns:p14="http://schemas.microsoft.com/office/powerpoint/2010/main" val="386320241"/>
      </p:ext>
    </p:extLst>
  </p:cSld>
  <p:clrMapOvr>
    <a:masterClrMapping/>
  </p:clrMapOvr>
</p:sld>
</file>

<file path=ppt/theme/theme1.xml><?xml version="1.0" encoding="utf-8"?>
<a:theme xmlns:a="http://schemas.openxmlformats.org/drawingml/2006/main" name="Paket">
  <a:themeElements>
    <a:clrScheme name="Paket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ke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ket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TM10001115[[fn=Paket]]</Template>
  <TotalTime>0</TotalTime>
  <Words>141</Words>
  <Application>Microsoft Office PowerPoint</Application>
  <PresentationFormat>Breitbild</PresentationFormat>
  <Paragraphs>43</Paragraphs>
  <Slides>11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Aptos</vt:lpstr>
      <vt:lpstr>Arial</vt:lpstr>
      <vt:lpstr>Gill Sans MT</vt:lpstr>
      <vt:lpstr>Paket</vt:lpstr>
      <vt:lpstr>Ticket-system</vt:lpstr>
      <vt:lpstr>gliederung</vt:lpstr>
      <vt:lpstr>Einleitung</vt:lpstr>
      <vt:lpstr>Planung</vt:lpstr>
      <vt:lpstr>Anwendungsfalldiagramm</vt:lpstr>
      <vt:lpstr>Klassendiagramm</vt:lpstr>
      <vt:lpstr>Objektdiagramm</vt:lpstr>
      <vt:lpstr>Aktivitätsdiagramm (UML)</vt:lpstr>
      <vt:lpstr>GUI</vt:lpstr>
      <vt:lpstr>Codevorstellung</vt:lpstr>
      <vt:lpstr>Fazit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Heller</dc:creator>
  <cp:lastModifiedBy>Jason Heller</cp:lastModifiedBy>
  <cp:revision>4</cp:revision>
  <dcterms:created xsi:type="dcterms:W3CDTF">2026-04-26T10:41:00Z</dcterms:created>
  <dcterms:modified xsi:type="dcterms:W3CDTF">2026-04-26T10:51:55Z</dcterms:modified>
</cp:coreProperties>
</file>